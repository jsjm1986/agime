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PRODUCT DECK · 2026-02-24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AGIME 产品与服务说明书：把 AI 工具变成团队执行系统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目标：让第一次接触 AGIME 的客户 10 分钟看懂“产品是什么、能做什么、我们卖什么”。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开源免费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软件本体永久免费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本地优先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个人数据默认可控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Team Server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团队共享与治理执行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4 档套餐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199/4999/8999/29999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88920"/>
            <a:ext cx="5602071" cy="25146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这份 PPT 回答 3 个问题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AGIME 到底是什么产品？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它能给个人和团队带来什么结果？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当前我们具体在卖哪些套餐与服务？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88920"/>
            <a:ext cx="5602071" cy="25146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一句话定位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不只是一个 AI 工具，而是一套协作新范式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把个人能力、团队能力和外部协作放进同一执行系统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让“个人会做”升级为“团队都会做”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413248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叙事原则：先讲产品价值，再讲套餐服务；先讲能做什么，再讲怎么买。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下一页：AGIME 产品名与核心理念。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PRODUCT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AGIME 是什么：Human × AI × Team ×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官网核心定义：Human 负责决策，AI 负责执行，Team 负责复用治理，Ecosystem 负责协同交付。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8379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产品名说明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可以理解为 AI + Me 的组织化延展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不是替代人，而是放大人的执行效率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重点不是聊天，而是可执行与可复用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8379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产品边界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不是只做对话助手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不是只做个人插件合集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而是个人端 + 团队端 + 对外协作端的一体化系统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39896"/>
            <a:ext cx="5602071" cy="18379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协作链路（原文）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个人沉淀能力 -&gt; 团队共享复用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Agent 云端执行 -&gt; 对外协作交付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最终形成组织级执行系统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739896"/>
            <a:ext cx="5602071" cy="18379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你可以怎么理解它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个人版：你的本地 AI 执行助手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Server：团队版 AI 工作中台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Portal：对外统一发布与协作窗口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下一页：它解决的真实问题。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PAIN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为什么需要 AGIME：旧工作方式存在结构性瓶颈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很多团队不是没有 AI，而是 AI 无法稳定接入日常执行流程。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隐私与效率难兼得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想提效但担心核心数据外流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流程结果经常回到人工收尾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工具分散成本堆叠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多人多工具、多配置、多订阅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投入增加但协同效率不升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会建议，不会执行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AI 会给步骤，但执行仍靠手工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重复劳动长期存在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环境受限能力断层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内网、跨系统、跨地域场景复杂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工具无法稳定持续执行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经验难沉淀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高手方法停留在个人对话里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新人只能重复试错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团队复用困难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共享后缺权限与治理边界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流程越做越乱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下一页：AGIME 的产品结构。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PRODUCT 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产品结构：个人层 + 团队层 + 生态层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核心不是多功能叠加，而是把“执行、复用、治理”放进一条链路。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3383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个人协作层（本地）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文件处理、自动化执行、任务沉淀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本地优先，数据可控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适合个人和小团队快速起步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3383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团队协作层（Team Server）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共享 Skills/MCP/文档知识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角色权限、审核、审计治理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云端 Team Agent 持续执行任务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3383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生态协同层（Portal）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对外发布统一资料与答疑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连接客户、供应商、合作方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把内部能力标准化输出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33095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执行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不是只回答，而是可落地做事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533095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复用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一人沉淀，全员可用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533095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治理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权限、审计、边界清晰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355080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关系说明：Team 不是替代个人版，而是在个人能力之上增加共享、治理和云端执行。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PERSONAL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个人层能做什么：从文档到自动化的日常执行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重点是“可执行”和“可复用”，而不是一次性对话。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文档批处理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读取 PDF/Word/Excel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提取结构化信息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自动汇总成报告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桌面自动化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模拟点击和键盘输入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跨系统重复操作自动化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减少手工复制粘贴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规范沉淀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一次对话后提取可复用流程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下次同类任务直接复用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降低重复沟通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定时执行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支持定时定量任务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无需人工持续盯盘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降低遗漏风险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网页调研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自动浏览并采集信息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按模板整理结果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用于竞品与行业研究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59936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数据分析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辅助分析数据与异常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生成图表与摘要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支持决策汇报材料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下一页：Team Server 的团队价值。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TEAM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团队层到底有什么用：把个人效率升级为组织效率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任务交给云端 Team Agent 持续执行，团队共享技能、工具、知识。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693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共享执行中枢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云端持续执行，不占个人电脑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自动调用共享 Skills/MCP/知识库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结果沉淀为团队资产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693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治理能力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角色分工、权限管理、审核流程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关键动作可追踪可审计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避免“共享即失控”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71315"/>
            <a:ext cx="5602071" cy="17693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协作能力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新人快速上手已有流程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跨地域团队统一版本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Portal 对外统一窗口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71315"/>
            <a:ext cx="5602071" cy="17693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部署方式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同办公室：LAN 协作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跨地域：云端 Team Server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团队正式协作建议 MongoDB 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63270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一人沉淀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方法不再锁在个人会话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563270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全员复用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新人加入即可调用标准流程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563270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持续执行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重复工作交给 Team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下一页：典型客户怎么用。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WHO USES AGIME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谁最适合用 AGIME：从个人到企业的四类用户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不是限定单一角色，而是覆盖执行者、管理者和交付团队。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个人执行者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文档处理与自动化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沉淀个人流程模板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减少重复事务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团队负责人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统一流程与权限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推动跨岗位复用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降低协作扯皮成本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企业管理层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关注可控与可审计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从试点走向规模落地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沉淀组织能力资产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交付与技术伙伴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基于 MCP/二开做行业方案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复用标准交付模板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缩短项目周期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8640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起步快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先用个人版验证高频任务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548640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升级顺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再接 Team Server 做团队复用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548640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扩展稳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最后进入私有化与定制交付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下一页：从体验到上线的落地路径。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ONBOARDING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落地路径：7 天看效果，30 天出样板，90 天可复制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先解决实际问题，再决定规模化投入。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第 1 阶段（Day 1-7）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安装体验 + 选 1-2 个高频任务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跑通文档/自动化小闭环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确认基础可用性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第 2 阶段（Day 8-30）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沉淀标准模板和 SOP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让 2-3 个成员复用同流程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产出首个可汇报样板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第 3 阶段（Day 31-90）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接入 Team Server 做持续执行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建立权限与审计边界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形成跨部门可复制路径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决策闸门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如果结果稳定：进入立项与定制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如果场景不匹配：保持轻量使用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避免一次性重投入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成功标准（非财务）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重复任务自动化率提升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团队复用率提升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流程执行稳定性提升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常见失败原因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范围过大，没从高频任务开始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缺统一验收口径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没有把流程沉淀成模板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下一页：对比实验室怎么做。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COMPARISON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对比实验室：我们怎么做横向与纵向对比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仅针对“用户向桌面 Agent”，避免和编程 Agent 混口径。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用户向桌面产品样本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4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关键评估轴线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25+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官方资料交叉验证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双编号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S 结论 / D 文档可审计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88920"/>
            <a:ext cx="5602071" cy="1435607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横向矩阵关注点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本地离线能力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文件/系统执行能力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自动化与工作流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团队治理与私有部署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88920"/>
            <a:ext cx="5602071" cy="1435607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纵向评分三主轴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执行深度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隐私与部署控制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团队治理与可扩展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389120"/>
            <a:ext cx="5602071" cy="1435607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评分口径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基于官方公开能力映射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用于快速筛选，不替代 PoC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支持证据追溯复核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4389120"/>
            <a:ext cx="5602071" cy="1435607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典型样本（精选）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/ LobsterAI / QoderWork / OpenClaw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ChatGPT Desktop / Claude Desktop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Perplexity / Jan / Copilot 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下一页：对比结论精选。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COMPARISON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对比结论精选：AGIME 强项在“执行 + 可控 + 可治理”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这里不追求全表堆砌，只放最影响决策的结论。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8562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执行深度维度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在文件/系统执行与流程复用上更完整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适合从“会回答”升级到“会做事”场景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对比中同类产品常在执行闭环上有短板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8562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隐私与部署维度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本地优先 + 私有化路径，适配数据边界要求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比纯云助手更适合敏感业务场景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个人与企业可用同一能力体系演进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58184"/>
            <a:ext cx="5602071" cy="18562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团队治理维度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Server 支持共享、权限、审计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更容易从个人提效升级为组织提效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降低跨部门协作失控风险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758184"/>
            <a:ext cx="5602071" cy="18562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决策建议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先矩阵筛选 2-3 个候选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再做 2 周 PoC 看真实执行效果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优先选择能沉淀组织能力的方案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742432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判断标准：不是谁“更会说”，而是谁“更能稳定交付结果”。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下一页：为什么客户最终会选 AGIME。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WHY AGIME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为什么选 AGIME：四个可感知差异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从产品体验到组织落地，强调可执行、可复用、可治理。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差异 1：执行不是演示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文件、系统、自动化可真实落地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不止给建议，能替你执行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差异 2：本地优先可控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个人可控，企业可管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隐私与效率不再二选一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差异 3：团队能力可沉淀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一人沉淀，全员复用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经验变资产，不靠单点高手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差异 4：服务边界清晰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标准包先验证，再进入定制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套餐和交付边界清楚，决策更省心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结果导向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先证明能做，再谈规模化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减少试错成本与决策风险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14216"/>
            <a:ext cx="3679850" cy="211226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可持续性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开源入口降低门槛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服务产品化保障长期交付质量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下一页：我们到底在卖什么。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OFFER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我们卖什么：产品免费 + 服务收费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核心原则：开源代码免费，收费项对应服务与交付，不卖封闭许可证。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9222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免费部分（产品）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开源软件本体（Apache-2.0）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个人本地执行能力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基础使用文档与社区支持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9222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收费部分（标准服务包）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 诊断启动包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4999 部署验证包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8999 业务试点包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29,999 定制立项包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94175"/>
            <a:ext cx="5602071" cy="179222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收费部分（企业服务）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私有化部署与去 Logo 授权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MCP Skills 定向开发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二开与系统集成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94175"/>
            <a:ext cx="5602071" cy="179222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我们不卖什么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不卖封闭源码许可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不把 4999/8999 包装成定制开发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不做无边界“无限人力陪跑”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6509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先标准包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先验证可行性与匹配度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56509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再立项包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明确范围、边界、里程碑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56509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后定制开发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按里程碑交付与验收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下一页：199 与 4999 套餐明细。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PACKAGE A/B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套餐明细（上）：199 诊断包 &amp; 4999 验证包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这两档目标是“低成本验证与筛选”，不是定制开发。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199 诊断启动包｜¥199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标准化入门教程库（参考价值 499）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$99 Token 启动包（按购买日汇率折算）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自动化诊断问卷与评分 + 标准任务模板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输出：系统生成诊断报告，适合快速判断是否匹配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4999 部署验证包｜¥4,999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私有化部署脚本与指南（参考价值 3,999）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去 Logo 商用授权（参考价值 6,999）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$299 Token 验证包 + 标准验收清单文档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输出：完成标准部署验证，不含定制开发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041648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这两档适合谁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想低风险试错、先看结果的团队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需要快速判断“能不能落地”的负责人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不希望一开始就进入重定制项目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4041648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边界提醒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199/4999 为一次性标准包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不默认包含深度定制开发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若需定制，建议走 29,999 立项包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下一页：8999 与 29,999 套餐明细。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PACKAGE C/D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套餐明细（下）：8999 试点包 &amp; 29,999 立项包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目标是“从可用走向可落地”，并为定制交付建立清晰边界。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8999 业务试点包｜¥8,999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标准化试点模板库（参考价值 5,999）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团队自助教程库 + $499 Token 试跑包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自动化复盘报表与需求模板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输出：试点可行性结论，不含定制开发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29,999 定制立项包｜¥29,999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需求采集模板 + 技术架构蓝图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$999 Token 研发验证包 + 里程碑报价模板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签约后可 100% 抵扣定制合同首款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输出：项目范围/边界/排期/报价的立项依据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041648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为什么先立项再开发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先把范围讲清楚，减少返工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先把验收讲清楚，避免扯皮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先把里程碑讲清楚，便于管理进度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4041648"/>
            <a:ext cx="5602071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交付方式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立项后按里程碑开发交付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按阶段验收和回款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从“模糊需求”变“可执行合同”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下一页：企业级扩展服务。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ENTERPRISE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企业级扩展服务：我们还能提供什么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当标准包验证通过后，可进入专项服务与定制交付。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私有化部署与授权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私有化环境部署与配置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去 Logo 商用授权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适配企业数据边界与安全要求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MCP Skills 定向开发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按业务流程定制技能与工具链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沉淀行业模板，提升复用效率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适合中大型流程标准化改造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AGIME 二次开发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面向企业场景做功能扩展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对接内部系统与业务流程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以里程碑方式推进交付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培训与上线支持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角色化培训与标准教材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上线初期流程校准与复盘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帮助团队快速形成可复制实践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系统集成与治理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权限、审计、流程边界落地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统一工单与交付文档体系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支撑跨部门持续协作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你拿到的结果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不是一次性项目，而是持续可复用能力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组织可治理、可审计、可复制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后续扩展成本更可控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下一页：常见问题与下一步行动。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38328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FAQ · 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a:ea="Microsoft YaHei" a:cs="Microsoft YaHei">
                <a:solidFill>
                  <a:srgbClr val="EAF4FF"/>
                </a:solidFill>
                <a:latin typeface="Microsoft YaHei"/>
              </a:rPr>
              <a:t>常见问题 + 下一步：先体验，再选包，再扩展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这页给到决策者一个简单、可执行的启动路径。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FAQ 1：AGIME 真免费吗？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软件本体永久免费开源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收费项是服务、授权、培训与定制交付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可先免费体验再决定购买服务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FAQ 2：数据安全吗？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本地优先，文件可不出本机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可选私有化部署路径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团队版支持权限和审计治理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FAQ 3：Team 会替代个人版吗？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不会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是在个人能力上增加共享/治理/云端执行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适合多人协作与跨部门复用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建议启动路径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第 1 步：下载个人版跑一个真实任务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第 2 步：选择 199/4999/8999 做验证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第 3 步：匹配后进入 29,999 立项与企业服务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49824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资料来源：官网 index.html（产品与 Team 叙事）｜product-comparison.html（对比实验）｜business-channel.html（套餐与服务）。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产品优先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先让用户看懂产品再谈扩展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边界清晰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每档套餐输出与不包含项明确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可执行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可以直接用于客户介绍与销售沟通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