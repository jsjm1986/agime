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NON-TECH DECISION · 2026-02-24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AGIME：把 AI 焦虑变成可复制收益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面向非技术背景的投资决策场景：市场在焦虑，客户在试错，我们提供可交付、可复制、可放大的落地方案。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$2.52T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2026 全球 AI 支出仍高速增长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88%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组织已开始使用 AI，但效果不稳定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3 条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收入主引擎：服务包、渠道收入、定制交付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475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6 步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闭环：诊断-&gt;模板-&gt;执行-&gt;复盘-&gt;SOP-&gt;扩散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70632"/>
            <a:ext cx="5602071" cy="242316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核心决策问题（3条）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这是不是刚需，还是短期噱头？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收入是否可复制，不依赖单一大客户？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团队优势是否会被快速替代？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770632"/>
            <a:ext cx="5602071" cy="242316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我们的直接回答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需求真实且持续：客户焦虑的是“不会落地”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收入结构是组合型：服务包 + 渠道 + 定制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壁垒来自交付系统化，而不是单点功能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285232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一句话：我们不靠“讲模型故事”赚钱，而是靠“把客户效率稳定做出来”赚钱。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下一页：先讲清首页口号与产品名到底意味着什么。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HOMEPAGE 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首页口号与产品名说明：AGIME 是协作系统，不是聊天工具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来自官网首屏的核心定义：从 Human × AI 到 Team × Ecosystem 的可执行协作链路。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154076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口号（官网原文）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不只是一个 AI 工具，而是一套协作新范式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Human × AI × Team × Ecosystem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把个人能力、团队能力和外部协作放进同一套可执行系统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154076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产品名说明（AGIME）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可理解为 AI + Me 的组织化延展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Human 负责决策，AI 负责执行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Team 负责复用与治理，Ecosystem 负责跨组织协同与交付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442715"/>
            <a:ext cx="5602071" cy="154076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协作链路（官网原文）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个人沉淀能力 -&gt; 团队共享复用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Team Agent 云端执行 -&gt; 对外协作交付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把“个人会做”变成“团队都会做”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8143" y="3442715"/>
            <a:ext cx="5602071" cy="1540763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双层能力结构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个人协作层：文件处理、自动化执行、本地优先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团队协作层（Team Server）：共享技能、权限治理、审计追踪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能力沉淀后可跨部门、跨组织复制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138928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永久免费开源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降低试错成本，先验证再规模化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5922" y="5138928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本地优先可控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个人与企业均可守住数据边界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0364" y="5138928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支持团队私有化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从个人效率升级为组织协同效率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6291072"/>
            <a:ext cx="11365992" cy="365760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这页解决投资人第一问：AGIME 不是“又一个模型入口”，而是“把执行与治理合并”的协作基础设施。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下一页：市场机会与需求缺口。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MARKET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市场机会：大家都在买 AI，但多数企业不会系统提效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买方最痛的不是“没有工具”，而是“花了钱却没有稳定产出”。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2494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现实痛点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团队会用 AI，但结果波动大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项目试点多，规模化少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成本投入后很难复盘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2494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市场错位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市场供给偏“工具”，需求偏“结果”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客户缺的是落地方法，不是更多功能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企业担心安全与治理风险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24942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直接机会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谁能稳定交付结果，谁就能拿预算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谁能复制交付，谁就能做规模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谁能沉淀模板，谁就有长期壁垒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133087"/>
            <a:ext cx="5602071" cy="149961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我们服务的客户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探索 AI 转型但“方向不清、团队不会、成本不可控”的企业与团队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133087"/>
            <a:ext cx="5602071" cy="1499616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我们提供的价值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把“不会用 AI”变成“持续提效”，并把单次试点变成可复制的组织能力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705856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可验证信号：采用率高不等于经营效果高（88% 采用 vs 规模化仍早期），这是“落地方案商”的窗口期。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下一页：完整提效闭环方案。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CLOSED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我们的完整闭环方案：非技术团队也能执行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目标不是“做一个聪明 Agent”，而是“建立一条可重复产出价值的业务流水线”。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084831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1-2. 找问题 + 建模板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先锁定最值钱的业务场景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输出标准输入/输出模板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降低团队上手门槛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084831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3-4. 跑执行 + 做复盘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通过标准包快速试跑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统一验收与复盘口径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确保结果可被管理层理解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084831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5-6. 沉淀 SOP + 组织扩散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把经验固化成 SOP 和资产库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从个人提效升级为团队提效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复制到更多业务部门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950208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企业路径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199/4999/8999 先验证，再走 29,999 立项，最后进入企业定制与二开交付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3950208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个人路径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从 1 个高频任务开始，用教程 + Token + 模板跑通，再复制到更多任务与小团队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28523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30 天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拿到首个可汇报样板，降低内部争议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5922" y="528523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90 天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完成跨岗位复制，形成稳定 SOP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5285232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180 天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沉淀行业模板，开始规模化交付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6327648"/>
            <a:ext cx="11365992" cy="365760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闭环的本质：让“好结果”可复制，而不是依赖个别高手。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下一页：竞争优势与护城河。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我们的优势：更像“企业 AI 交付系统”，而不只是工具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投资价值来自可复制和可扩张，而不是某一次的演示效果。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优势 1：落地门槛低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开源入口，客户试用成本低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标准化包先筛选真实需求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减少盲目大投入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优势 2：企业可控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本地优先和私有化路径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更适合安全合规要求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便于组织治理和审计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优势 3：可规模复制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渠道与地区服务商模式放大成交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模板、工单、SLA 降低交付波动</a:t>
            </a:r>
          </a:p>
          <a:p>
            <a:pPr algn="l">
              <a:spcAft>
                <a:spcPts val="100"/>
              </a:spcAft>
            </a:pPr>
            <a:r>
              <a:rPr sz="1100" b="0" a:ea="Microsoft YaHei" a:cs="Microsoft YaHei">
                <a:solidFill>
                  <a:srgbClr val="9FBDDD"/>
                </a:solidFill>
                <a:latin typeface="Microsoft YaHei"/>
              </a:rPr>
              <a:t>• 经验持续沉淀成资产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05072"/>
            <a:ext cx="5602071" cy="15544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为什么不是短期红利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核心是“交付系统化”，不是“营销爆点”；系统越跑越多，优势随模板和数据累积增强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005072"/>
            <a:ext cx="5602071" cy="15544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为什么投资可放大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资金投入模板资产、渠道能力、交付中台后，新增客户的边际交付效率会持续提升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669280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替代风险判断：单一 AI 工具容易被替代；“方法+模板+渠道+交付体系”组合更难被替代，且越跑越强。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下一页：加入对比实验室的精选证据。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BENCHMARK SELECTED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对比实验室精选：AGIME 在执行、隐私、治理三轴领先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基于 11 款用户向桌面 Agent、4 条评估轴线、25+ 官方资料的可追溯对比。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11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用户向桌面产品（同口径对比）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4811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4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关键评估轴线（执行/隐私/治理/成本）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25+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官方资料交叉验证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475" y="1700784"/>
            <a:ext cx="2718739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100%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证据可追溯（S/D 双编号）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788920"/>
            <a:ext cx="5602071" cy="12664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横向矩阵结论（精选）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AGIME 在本地离线、文件/系统执行、自动化复用均为“强”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团队治理维度具备 Team Server、RBAC、审计能力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支持本地/LAN/私有云部署，兼顾个人与组织场景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2788920"/>
            <a:ext cx="5602071" cy="12664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竞品差异（只放关键对照）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LobsterAI：自动化强，但公开团队治理信息相对有限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ChatGPT/Claude：云端研究协作强，但本地控制较弱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Jan：本地隐私强，但组织治理与协作沉淀能力较弱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219956"/>
            <a:ext cx="5602071" cy="12664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纵向评分口径（可复核）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执行深度 = 文件/系统执行 + 自动化调度 + 多步骤闭环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隐私部署 = 本地离线 + 私有边界 + 模型环境可控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团队治理 = RBAC/审计 + 协作沉淀 + 扩展生态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4219956"/>
            <a:ext cx="5602071" cy="126644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AGIME 三轴评分（精选）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执行深度：9.5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隐私与部署控制：9.6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团队治理与可扩展：9.1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596128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注：评分是公开能力映射的相对评估，不替代 PoC 实测；价值在于“先筛选，再深测”。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下一页：收入模型与增长引擎。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收入模型：3 条引擎共同驱动增长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先用标准包获得现金流和高意向客户，再用渠道放大，再用定制提高利润。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19933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引擎 A：标准服务包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199 / 4999 / 8999 一次性交付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快速回款，筛选真实客户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构建立项前证据链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19933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引擎 B：渠道与生态收入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代理/区域/生态准入费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渠道分成与平台协同费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保证金形成现金流安全垫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199339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引擎 C：企业定制交付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29,999 立项包锁定边界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MCP Skills 和二开项目提客单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高毛利来自标准化交付能力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877056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赚钱节奏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标准包解决现金流，渠道收入解决规模化，定制交付解决利润率，三者形成正循环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3877056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核心投资价值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同一套方法可在不同区域、行业复制，收入结构不依赖单一大客户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248656"/>
            <a:ext cx="3679850" cy="12435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回款速度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一次性产品包回款更快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减少长期陪跑现金流压力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先筛选再重投，控制坏项目比例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5922" y="5248656"/>
            <a:ext cx="3679850" cy="12435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基准收入锚点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当前服务基准月收入：¥381,910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叠加渠道确认与分成收入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形成“现金流+利润”双引擎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364" y="5248656"/>
            <a:ext cx="3679850" cy="1243584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上行空间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标准包扩大成交面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立项包提升定制签约概率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渠道复制提升区域扩张速度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下一页：融资后 12 个月执行计划。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融资用途与 12 个月目标：把“方法”做成“规模”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资金全部投向可复用资产，确保每一笔投入都提升后续交付效率和转化效率。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资金怎么用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40%：产品与交付中台（模板库、工单、指标系统）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30%：渠道体系（代理/地区服务商拓展与管理）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20%：行业解决方案（MCP Skills 与场景包）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10%：合规与风控能力建设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210312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12 个月里程碑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形成标准化行业方案包并可复制交付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建立稳定渠道网络并跑通区域协同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提升标准包-&gt;立项、立项-&gt;定制转化率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实现收入结构更均衡、现金流更稳健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98678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目标 1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把提效闭环在更多行业复制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5922" y="398678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目标 2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把收入从“项目型”升级到“体系型”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0364" y="3986784"/>
            <a:ext cx="3679850" cy="9418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54864" bIns="54864"/>
          <a:lstStyle/>
          <a:p>
            <a:pPr algn="l">
              <a:spcAft>
                <a:spcPts val="0"/>
              </a:spcAft>
            </a:pPr>
            <a:r>
              <a:rPr sz="2300" b="1" a:ea="Microsoft YaHei" a:cs="Microsoft YaHei">
                <a:solidFill>
                  <a:srgbClr val="39D7FF"/>
                </a:solidFill>
                <a:latin typeface="Microsoft YaHei"/>
              </a:rPr>
              <a:t>目标 3</a:t>
            </a:r>
          </a:p>
          <a:p>
            <a:pPr algn="l"/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把交付能力沉淀为长期护城河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074920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收益逻辑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早期看现金流安全：标准包与渠道收入托底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中期看利润抬升：定制与行业方案放大客单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长期看估值提升：交付体系资产化与可复制网络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5074920"/>
            <a:ext cx="5602071" cy="123444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执行纪律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每月复盘：成交结构、回款周期、客诉率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每季度复盘：渠道质量、区域冲突、项目毛利</a:t>
            </a:r>
          </a:p>
          <a:p>
            <a:pPr algn="l">
              <a:spcAft>
                <a:spcPts val="100"/>
              </a:spcAft>
            </a:pPr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• 每半年复盘：行业模板复用率和转化效率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结论：在 AI 逻辑焦虑市场中，我们提供“看得懂、做得到、可复制、可放大”的标准答案。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INVESTOR FAQ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常见质疑与回应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聚焦三类核心质疑：可执行性、盈利性、可持续性。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79850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质疑 1：这是不是短期风口？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需求不是“买模型”，而是“做结果”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我们解决的是长期经营问题：效率与复用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组织级流程改造周期更长、黏性更高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922" y="1737360"/>
            <a:ext cx="3679850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质疑 2：会不会只靠老板关系单？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用标准包做可规模获客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渠道与地区服务商帮助持续扩张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收入结构不是“单大单驱动”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0364" y="1737360"/>
            <a:ext cx="3679850" cy="2121408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质疑 3：为什么别人不能很快复制？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单工具易复制，交付系统难复制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模板、SOP、工单、数据资产持续累积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越交付越强，形成复利型护城河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05072"/>
            <a:ext cx="5602071" cy="16276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投资判断标准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是否能持续提升客户效率结果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是否能在更多区域和行业复制成交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是否能让收入结构越来越健康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4005072"/>
            <a:ext cx="5602071" cy="1627632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投后跟踪动作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按季度看转化率和回款，而非单月波动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跟踪模板复用率和项目交付稳定性</a:t>
            </a:r>
          </a:p>
          <a:p>
            <a:pPr algn="l">
              <a:spcAft>
                <a:spcPts val="100"/>
              </a:spcAft>
            </a:pPr>
            <a:r>
              <a:rPr sz="1000" b="0" a:ea="Microsoft YaHei" a:cs="Microsoft YaHei">
                <a:solidFill>
                  <a:srgbClr val="9FBDDD"/>
                </a:solidFill>
                <a:latin typeface="Microsoft YaHei"/>
              </a:rPr>
              <a:t>• 优先支持“可复制能力”建设投入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724144"/>
            <a:ext cx="11365992" cy="566928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结论：AGIME 的说服力不在“说得多好”，而在“能否持续交付并复制增长”。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113659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a:ea="Microsoft YaHei" a:cs="Microsoft YaHei">
                <a:solidFill>
                  <a:srgbClr val="9FBDDD"/>
                </a:solidFill>
                <a:latin typeface="Microsoft YaHei"/>
              </a:rPr>
              <a:t>附：完整来源、证据和审计。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A2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92608"/>
            <a:ext cx="3200400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39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EAF4FF"/>
                </a:solidFill>
                <a:latin typeface="Microsoft YaHei"/>
              </a:rPr>
              <a:t>SOURCES &amp;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399032" cy="301752"/>
          </a:xfrm>
          <a:prstGeom prst="roundRect">
            <a:avLst/>
          </a:prstGeom>
          <a:solidFill>
            <a:srgbClr val="0A2243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cs="Microsoft YaHei">
                <a:solidFill>
                  <a:srgbClr val="9FBDDD"/>
                </a:solidFill>
                <a:latin typeface="Microsoft YaHei"/>
              </a:rPr>
              <a:t>SLIDE 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2471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a:ea="Microsoft YaHei" a:cs="Microsoft YaHei">
                <a:solidFill>
                  <a:srgbClr val="EAF4FF"/>
                </a:solidFill>
                <a:latin typeface="Microsoft YaHei"/>
              </a:rPr>
              <a:t>资料来源与 ID 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89888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a:ea="Microsoft YaHei" a:cs="Microsoft YaHei">
                <a:solidFill>
                  <a:srgbClr val="9FBDDD"/>
                </a:solidFill>
                <a:latin typeface="Microsoft YaHei"/>
              </a:rPr>
              <a:t>规则：Txx=证据结论；Rxx=原始链接。以下内容同步 financing-plan.html 当前版本。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602071" cy="45262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证据结论（T01-T13）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T01 Gartner：2026 AI支出 2.52万亿美元（YoY +44%）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T02 McKinsey：88%组织已使用AI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T03 McKinsey：62%试验agents、39%有EBIT影响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T04 OECD：2025企业AI采用率20.2%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T05 OECD：2025超三分之一人使用GenAI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T06 OpenAI：100万+ business customers，700万+ seats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T07 WEF：到2030年39%核心技能将变化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T08 Stack Overflow：80%使用AI，信任29%，66%返工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T09 AGIME评分：执行9.5、隐私9.6、治理9.1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T10 AGIME能力：本地优先、团队协作、企业部署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T11 商业化定价：199/4999/8999/29,999+定制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T12 Gartner：2025 GenAI支出 6440亿美元（+76.4%）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T13 基准月收入381,910（60/20/10/3）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8143" y="1737360"/>
            <a:ext cx="5602071" cy="4526280"/>
          </a:xfrm>
          <a:prstGeom prst="roundRect">
            <a:avLst/>
          </a:prstGeom>
          <a:solidFill>
            <a:srgbClr val="0F284A"/>
          </a:solidFill>
          <a:ln w="12700">
            <a:solidFill>
              <a:srgbClr val="2A5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73152"/>
          <a:lstStyle/>
          <a:p>
            <a:pPr algn="l">
              <a:spcAft>
                <a:spcPts val="200"/>
              </a:spcAft>
            </a:pPr>
            <a:r>
              <a:rPr sz="1500" b="1" a:ea="Microsoft YaHei" a:cs="Microsoft YaHei">
                <a:solidFill>
                  <a:srgbClr val="EAF4FF"/>
                </a:solidFill>
                <a:latin typeface="Microsoft YaHei"/>
              </a:rPr>
              <a:t>来源映射（R01-R11）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R01 https://www.gartner.com/.../2026-1-15-...-2-point-5-trillion-...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R02 https://www.mckinsey.com/.../the-state-of-ai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R03 https://www.oecd.org/digital/artificial-intelligence/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R04 https://openai.com/business/.../state-of-enterprise-ai-2025-report/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R05 https://www.weforum.org/.../future-of-jobs-report-2025/...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R06 https://stackoverflow.blog/2025/12/29/...developer-survey...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R07 product-comparison.html#vertical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R08 https://github.com/jsjm1986/AGIME/blob/main/README.md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R09 business-channel.html#pricing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R10 https://www.gartner.com/.../2025-03-31-...-644-billion-in-2025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R11 business-channel.html#calculator</a:t>
            </a:r>
          </a:p>
          <a:p>
            <a:pPr algn="l">
              <a:spcAft>
                <a:spcPts val="100"/>
              </a:spcAft>
            </a:pPr>
            <a:r>
              <a:rPr sz="800" b="0" a:ea="Microsoft YaHei" a:cs="Microsoft YaHei">
                <a:solidFill>
                  <a:srgbClr val="9FBDDD"/>
                </a:solidFill>
                <a:latin typeface="Microsoft YaHei"/>
              </a:rPr>
              <a:t>• 审计说明：预测与测算为经营假设，不构成收益承诺。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6355080"/>
            <a:ext cx="11365992" cy="365760"/>
          </a:xfrm>
          <a:prstGeom prst="roundRect">
            <a:avLst/>
          </a:prstGeom>
          <a:solidFill>
            <a:srgbClr val="0E2E52"/>
          </a:solidFill>
          <a:ln w="12700">
            <a:solidFill>
              <a:srgbClr val="2FA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/>
          <a:lstStyle/>
          <a:p>
            <a:pPr algn="l"/>
            <a:r>
              <a:rPr sz="1100" b="0" a:ea="Microsoft YaHei" a:cs="Microsoft YaHei">
                <a:solidFill>
                  <a:srgbClr val="EAF4FF"/>
                </a:solidFill>
                <a:latin typeface="Microsoft YaHei"/>
              </a:rPr>
              <a:t>复核时间：2026-02-24（UTC+8）｜证据链与链接链一一对应，可供尽调抽查。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