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NON-TECH DECISION · 2026-02-24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AGIME：把 AI 焦虑变成可复制收益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面向非技术投资决策：我们不是卖模型概念，而是交付可复用的效率结果。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$2.52T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2026 全球 AI 支出预测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88%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组织已在业务中使用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 条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服务包 + 渠道 + 定制收入引擎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6 步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诊断-&gt;模板-&gt;执行-&gt;复盘-&gt;SOP-&gt;扩散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61488"/>
            <a:ext cx="5602071" cy="2468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投资人最关心的 3 个问题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这是不是短期风口，还是长期需求？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收入是否可复制，不依赖单一大客户？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团队优势是否会被快速替代？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61488"/>
            <a:ext cx="5602071" cy="2468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我们的直给答案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客户买的是“稳定提效结果”，不是模型噱头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收入来自组合结构，天然抗单点波动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壁垒在交付系统化，越跑越强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340096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一句话：AGIME 在 AI 逻辑焦虑市场中，给出“看得懂、做得到、可复制”的落地答案。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下一页：官网口号与产品名的商业含义。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HOMEPAGE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产品名与口号说明：AGIME 是协作系统，不是聊天工具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官网首屏原文聚焦 Human × AI × Team × Ecosystem，强调从个人提效到组织复用。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5636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首页口号（原文）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不只是一个 AI 工具，而是一套协作新范式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从“人与 AI”升级到“团队与 AI”再到“生态协同”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把个人能力、团队能力、外部协作放进同一执行系统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5636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AGIME 名称叙事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= AI + Me 的组织化延展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Human 负责决策，AI 负责执行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Team 负责治理复用，Ecosystem 负责跨组织交付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465576"/>
            <a:ext cx="5602071" cy="15636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协作链路（原文）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个人沉淀能力 -&gt; 团队共享复用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Agent 云端执行 -&gt; 对外协作交付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把“个人会做”升级为“团队都会做”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465576"/>
            <a:ext cx="5602071" cy="15636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核心价值（原文）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永久免费开源，降低试错门槛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本地优先与数据可控，适配企业安全要求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支持 Team Server 与私有化，便于规模部署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9379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个人层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文件处理、自动化、流程沉淀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922" y="519379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团队层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共享 Skills/MCP、权限、审计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364" y="519379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生态层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Portal 对外协作与统一交付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下一页：为什么现在是“落地方案年”。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AI TREND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趋势窗口：预算高增长，但企业仍缺“稳定落地能力”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市场已从工具采用转向结果治理，买方关注“能否长期稳定提效”。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$2.52T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2026 全球 AI 支出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$644B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2025 GenAI 支出（+76.4%）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62%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企业在试验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39%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有 EBIT 影响（规模化仍早期）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79776"/>
            <a:ext cx="3679850" cy="25146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趋势变化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工作流时代解决“能不能用”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Agent 时代解决“能不能做”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当前进入“能不能规模化提效”阶段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922" y="2779776"/>
            <a:ext cx="3679850" cy="25146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买方真实诉求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不是更炫功能，而是更稳结果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需要可审计、可治理、可复制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愿为确定性交付付费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364" y="2779776"/>
            <a:ext cx="3679850" cy="25146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窗口判断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模型能力趋同，交付能力重估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先做确定性，再做规模化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交付系统型公司进入估值窗口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394960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结论：机会不在“再造一个模型入口”，而在“把执行与治理打包交付”。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下一页：市场需求与痛点缺口。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MARKET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市场需求：大家都在买 AI，但多数团队不会系统提效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高采用率不等于高经营效果，企业缺的是“从试点到规模”的中间层。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2860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现实痛点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会用 AI，但结果波动大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试点多，组织复用少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投入后难复盘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2860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信任痛点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80% 在用 AI，但信任仅 29%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66% 花时间修复“差一点正确”结果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缺统一验收与质量门槛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28600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市场错位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供给偏工具，需求偏结果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客户缺落地方法，不缺按钮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安全治理顾虑拉长采购周期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69663"/>
            <a:ext cx="5602071" cy="14173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目标客户画像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正在探索 AI 转型，但“方向不清、团队不会、成本不可控”的企业与团队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169663"/>
            <a:ext cx="5602071" cy="14173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我们的切入价值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把“不会用 AI”变成“持续提效”，再把单点样板复制成组织能力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87568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机会判断：谁能稳定交付结果，谁就能持续拿预算。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下一页：我们如何把提效做成闭环。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CLOSED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完整闭环方案：非技术团队也能执行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目标不是“演示聪明”，而是“建立可重复产出价值的业务流水线”。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1-2. 找问题 + 建模板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先锁定最值钱场景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标准化输入/输出模板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降低上手门槛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3-4. 跑执行 + 做复盘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标准包先试跑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统一验收与复盘口径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结果可被管理层理解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5-6. 沉淀 SOP + 扩散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经验固化为 SOP 与资产库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从个人提效升级为团队提效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再复制到更多业务部门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05072"/>
            <a:ext cx="5602071" cy="12252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企业路径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199/4999/8999 先验证，再走 29,999 立项，最后进入企业定制与二开交付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005072"/>
            <a:ext cx="5602071" cy="12252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个人路径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从 1 个高频任务起步：教程 + Token + 模板跑通，再复制到更多任务与小团队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3035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拿到首个可汇报样板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3035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90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形成跨岗位稳定 SOP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3035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180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沉淀行业模板并规模化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下一页：Team Server 如何把个人能力变组织能力。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TEAM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组织化关键：Team Server 把“人效”升级为“组织效”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团队不是每个人各配一套 AI，而是共享一个可治理、可审计、可持续执行的中枢。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云端 Team Agent 执行中枢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任务放到云端持续执行，不占个人电脑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自动调用团队 Skills、MCP 工具和文档知识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执行结果可直接复用给全团队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共享与沉淀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一人沉淀，全员复用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新人入组当天可开工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减少反复问、反复试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治理与风控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角色、分组、权限、审核可配置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关键动作可追踪、可审计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适配敏感流程与合规要求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内外协同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Portal 对外统一发布资料与答疑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跨地团队统一版本与流程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支持 LAN 与云端协同部署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68112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关系说明：Team 不是替代个人版，而是在个人能力之上增加“共享、治理、云端执行”。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6053328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个人层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本地执行与流程沉淀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6053328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团队层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共享复用与治理审计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6053328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生态层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对外协作交付窗口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SCENARIO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价值落地：不是讲故事，而是覆盖高频可计量场景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从文档处理到自动化执行，再到团队协作交付，形成可持续人效提升。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文档与表格批处理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批量读取合同/PDF/Excel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自动提取关键字段与汇总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减少重复人工核对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桌面自动化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模拟点击、键盘输入、窗口控制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跨系统重复动作自动执行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降低低价值手工工时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定时与持续执行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教一次生成可复用规范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支持定时定量自动运行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7×24 连续执行不遗漏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41648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调研与信息整理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自动浏览网页采集信息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按模板整理为结构化输出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用于竞品、行业与客户研究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041648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数据分析与报告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辅助分析数据与发现异常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生成图表和摘要报告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提升管理层决策效率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041648"/>
            <a:ext cx="3679850" cy="213969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团队协作复用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把个人流程沉淀为团队模板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跨部门统一执行与验收标准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持续积累组织知识资产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下一页：对比实验室样本与方法。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BENCHMARK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对比实验室：样本、口径、证据三件事先讲清楚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我们只对比“用户向桌面 Agent”，避免把编程 Agent 与办公 Agent 混为一谈。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11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用户向桌面产品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4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关键评估轴线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25+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官方资料交叉验证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100%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证据可追溯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79776"/>
            <a:ext cx="5602071" cy="1325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横向矩阵看什么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本地离线能力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文件/系统执行能力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自动化与工作流能力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团队治理与私有部署能力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79776"/>
            <a:ext cx="5602071" cy="1325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纵向评分口径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执行深度：执行链路闭环能力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隐私部署：本地与数据边界控制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团队治理：RBAC/审计/协作沉淀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270248"/>
            <a:ext cx="5602071" cy="1325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核心样本（精选）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/ LobsterAI / QoderWork / OpenClaw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ChatGPT Desktop / Claude Desktop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Copilot / Perplexity / Jan 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4270248"/>
            <a:ext cx="5602071" cy="1325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审计结构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Sxx：结论证据（聚合）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Dxx：原始文档（逐条）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支持尽调时逐项复核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下一页：对比结果（横向 + 纵向）精选。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BENCHMARK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对比结论：AGIME 在执行、隐私、治理三轴保持领先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分值用于快速筛选，不替代 PoC；价值在于更快确定验证路径。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9.5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执行深度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00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9.6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隐私与部署控制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00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9.1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团队治理与可扩展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88920"/>
            <a:ext cx="3679850" cy="29077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执行深度对照（精选）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AGIME 9.5 / LobsterAI 9.0 / OpenClaw 8.8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Claude 7.6 / QoderWork 7.5 / ChatGPT 7.4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结论：AGIME 更接近“可执行系统”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2788920"/>
            <a:ext cx="3679850" cy="29077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隐私部署对照（精选）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AGIME 9.6 / Jan 9.1 / OpenClaw 8.6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LobsterAI 8.2 / QoderWork 7.5 / Perplexity 5.6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结论：本地优先 + 私有路径是企业关键门槛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2788920"/>
            <a:ext cx="3679850" cy="29077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治理扩展对照（精选）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AGIME 9.1 / Perplexity 8.8 / ChatGPT 8.4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Claude 8.0 / Copilot 7.8 / QoderWork 7.6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结论：AGIME 团队治理能力接近企业系统形态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806440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行动建议：先用矩阵筛选，再对 2-3 个候选做 2 周 PoC，避免盲目长周期试错。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下一页：为什么这种优势能形成护城河。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护城河：方法 + 模板 + 渠道 + 交付体系的复利效应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单一工具易复制，系统化交付难复制，且会随交付数据持续变强。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1：低门槛验证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开源入口降低试错成本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标准包先筛选真实需求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减少无效投入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2：企业可控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本地优先与私有化路径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适配安全与合规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便于治理与审计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579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3：可规模复制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模板化交付降低波动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渠道网络放大成交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经验沉淀为长期资产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59936"/>
            <a:ext cx="5602071" cy="151790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为什么不是短期红利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核心价值是“交付系统化”而非营销爆点；系统越跑越多，优势随模板和数据持续增强。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059936"/>
            <a:ext cx="5602071" cy="151790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为什么可投资放大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投入模板资产、渠道能力、交付中台后，新增客户边际交付成本下降，利润率和确定性同步提升。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69280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替代风险判断：产品可被模仿，但“结果可复制”的交付体系很难被短期复制。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下一页：收入模型总览。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REVENUE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收入模型：3 条引擎驱动“现金流 + 规模 + 利润”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先做标准化回款，再做渠道放大，再做高客单定制。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04825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A：标准服务包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199 / 4999 / 8999 一次性交付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快速回款并筛选高意向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构建立项前证据链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04825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B：渠道与生态收入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代理/区域/生态准入费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标准包返佣与平台协同费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保证金增强履约与价格纪律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04825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C：企业定制交付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29,999 立项包锁边界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MCP Skills 与 AGIME 二开提客单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高毛利来自标准化交付能力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13632"/>
            <a:ext cx="5602071" cy="126187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赚钱节奏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标准包保现金流，渠道保规模，定制保利润率；三者形成正循环。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3913632"/>
            <a:ext cx="5602071" cy="126187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投资价值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同一方法可跨区域、跨行业复制，收入结构不依赖单一大客户。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340096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¥381,910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当前服务基准月收入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340096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80+ / 20+ / 10+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199 / 4999 / 8999 建议月成交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340096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29,999+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立项后转入定制客单层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下一页：服务产品化定价（含教程 + Token 组合）。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PRICING DETAIL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服务产品化与定价：标准化输出，低人力占比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定价策略：先用一次性包筛选有效需求，再转入 29,999 立项与企业定制。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199 诊断启动包｜¥199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标准教程库 + $99 Token 启动包 + 评分问卷 + 任务模板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系统自动生成诊断报告，适合线索筛选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低人工参与，标准化交付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4999 部署验证包｜¥4,999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私有化部署脚本与指南 + 去 Logo 商用授权 + $299 Token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标准配置模板 + 验收文档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一次性验证包，不含定制开发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023360"/>
            <a:ext cx="5602071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8999 业务试点包｜¥8,999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试点模板库 + 团队自助教程 + $499 Token + 自动复盘报表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输出 ROI 试点评估与需求模板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一次性交付，不含定制开发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4023360"/>
            <a:ext cx="5602071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29,999 定制立项包｜¥29,999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需求采集模板 + 技术架构蓝图 + $999 Token + 里程碑报价模板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可 100% 抵扣后续定制合同首款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立项后按里程碑进入 MCP/二开开发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236208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授权边界：开源代码仍遵循 Apache-2.0，收费项对应部署、去标授权、培训与定制开发交付。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下一页：渠道生态合作的费用与收益机制。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CHANNEL &amp;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合作生态：费用、分成、支持三件事透明化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伙伴既是客户也是增长引擎，合作目标是“会做、能卖、可持续赚钱”。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468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代理销售伙伴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准入费 ¥59,800；保证金 ¥50,000；最低采购 ¥199,999/年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返佣：199包30% / 4999包40% / 8999包45%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定制销售佣金：18%-25%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468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地区服务商（省/市/区）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准入费：区 ¥89,800 / 市 ¥199,800 / 省 ¥398,000 起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交付分成：35%-50%；总部收 8% 平台协同费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省级保证金 ¥200,000（市100,000 / 区50,000）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4688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技术生态伙伴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准入费 ¥9,800；保证金 ¥5,000；最低采购 ¥19,999/年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市场分成：80%（伙伴）/20%（平台）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提供 SDK/API 文档、示例代码与联合发布渠道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370832"/>
            <a:ext cx="3679850" cy="15361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合作流程（4 步）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选择身份 -&gt; 签约认证 -&gt; 标准包成交 -&gt; 转入立项/定制；结算按回款与里程碑执行。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5922" y="4370832"/>
            <a:ext cx="3679850" cy="15361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总部支持边界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标准方案库、报价模板、工单系统、培训认证、SLA 支持；重点是“标准化支持优先”。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0364" y="4370832"/>
            <a:ext cx="3679850" cy="15361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可读收益模型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伙伴收益 = 销售返佣 + 交付分成 + 生态分成 + 阶梯激励，路径明确且可测算。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下一页：财务模型与关键经营假设。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FINANCIAL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财务模型：先做确定性，再做规模化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收入按“服务 + 渠道 + 定制”三池拆分，便于按月复盘转化效率与交付利润。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¥381,910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服务池基准月收入（当前模型）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60/20/10/3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199/4999/8999/定制 月基准订单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 收入池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服务直签 + 渠道确认 + 渠道分成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T+15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标准包回款后结算参考周期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88920"/>
            <a:ext cx="5602071" cy="13807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服务收入池（直签）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199/4999/8999 一次性标准包提供现金流底座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29,999 立项包锁定边界，提高定制成功率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核心指标：订单量、交付工时、毛利率、客诉率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88920"/>
            <a:ext cx="5602071" cy="13807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渠道收入池（代理/区域/生态）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准入费与最低采购额形成基础现金流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标准包返佣与平台协同费形成可持续分配机制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核心指标：达标率、冲突率、回款质量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334256"/>
            <a:ext cx="5602071" cy="13807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融资后投入比例（12 个月）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40% 产品与交付中台（模板库/工单/指标）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30% 渠道体系与区域协同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20% 行业方案（MCP Skills 场景包）+ 10% 合规风控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4334256"/>
            <a:ext cx="5602071" cy="13807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管理原则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按月复盘成交结构与回款周期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按季度复盘渠道质量与项目毛利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避免“收入增长但人效下降”的假繁荣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下一页：融资用途与 12 个月执行路线。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EXECUTION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融资后 12 个月计划：把方法沉淀成规模能力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执行核心：每一笔投入都服务于“可复制成交 + 可复制交付”。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26771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0-3 个月：标准化加固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完善 199/4999/8999 交付清单与验收模板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上线统一报价、工单、复盘机制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确保“低人工占比”的交付纪律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26771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4-8 个月：渠道规模化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重点拓展代理与地区服务商网络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按省/市/区推进区域协同与冲突治理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形成可复制的伙伴 onboarding 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26771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9-12 个月：行业深化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沉淀 2-3 个行业 MCP Skills 方案包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提升立项包-&gt;定制签约率与客单价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形成“模板资产 + 区域网络”双轮驱动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69663"/>
            <a:ext cx="5602071" cy="173736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管理看板（投后重点）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成交结构：标准包/立项包/定制占比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财务质量：回款周期、坏账、毛利率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交付质量：客诉率、复用率、SLA 达成率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169663"/>
            <a:ext cx="5602071" cy="173736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阶段目标（示例）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月度 199 包 80+，4999 包 20+，8999 包 10+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季度定制立项签约 3+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收入结构持续去单点化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980176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投后目标不是“追热点”，而是持续提升“可复制成交 + 可复制交付”的系统能力。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下一页：常见质疑、风险对冲与来源审计。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FAQ ·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常见质疑、风险对冲与来源审计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本页可作为尽调入口：先看质疑回应，再按证据 ID 抽查原始来源。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常见质疑与回应（精选）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Q：是不是短期风口？A：我们解决的是长期经营效率问题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Q：会不会依赖关系单？A：标准包 + 渠道体系降低单点依赖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Q：会被快速复制吗？A：工具可复制，交付系统难复制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Q：数据安全吗？A：本地优先 + 私有化路径 + 权限审计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主要风险与对冲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ROI 波动：先标准包验证再立项重投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交付返工：统一验收与关键节点复核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渠道失控：统一模板、工单、冲突裁定机制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组织依赖：SOP 与模板库降低关键人风险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来源审计（外部）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Gartner：2026 AI 支出、2025 GenAI 支出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McKinsey：AI 采用与 Agent 规模化阶段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WEF / Stack Overflow：技能变化与信任/返工数据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OpenAI/OECD：企业使用规模与趋势信号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602736"/>
            <a:ext cx="5602071" cy="17007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来源审计（内部）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官网：产品口号、Team Server 叙事与场景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产品对比页：横向矩阵、纵向评分、S/D 证据结构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商业化页：定价包、渠道费用、分成与结算规则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注：预测与测算为经营假设，不构成收益承诺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49824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尽调建议：按“结论-&gt;证据-&gt;原始链接”三步复核，优先验证转化率、回款质量、交付复用率。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9893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16 页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非技术决策完整叙事版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9893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 页面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官网 + 对比实验 + 商业化同步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989320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可执行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可直接用于投资人沟通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