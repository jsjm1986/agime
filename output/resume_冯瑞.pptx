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微软雅黑"/>
              </a:rPr>
              <a:t>冯  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C8E8"/>
                </a:solidFill>
                <a:latin typeface="微软雅黑"/>
              </a:rPr>
              <a:t>AI Agent 开发工程师  ·  LLM 应用架构师  ·  AI 平台研发工程师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4572000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  <a:latin typeface="微软雅黑"/>
              </a:rPr>
              <a:t>📱 18611101112     🐙 github.com/jsjm1986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3657600"/>
            <a:ext cx="3200400" cy="3200400"/>
          </a:xfrm>
          <a:prstGeom prst="rect">
            <a:avLst/>
          </a:prstGeom>
          <a:solidFill>
            <a:srgbClr val="22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2872" y="4114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2A3D60"/>
                </a:solidFill>
                <a:latin typeface="微软雅黑"/>
              </a:rPr>
              <a:t>AI
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个人简介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About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233A"/>
                </a:solidFill>
                <a:latin typeface="微软雅黑"/>
              </a:rPr>
              <a:t>专注于 AI Agent 系统架构与工程落地的开发者，具备多个企业级 AI 平台的完整设计与开发经验。深入实践 LangGraph 多 Agent 协作、smolagents 框架、工作流引擎等核心技术，在 Agent 架构设计、容错机制、状态管理、性能优化等方面积累了丰富的工程经验。积极参与开源社区，完成 Block 公司 Goose AI Agent 项目的中文本地化。具备从系统架构设计到生产部署的全流程交付能力。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33A"/>
                </a:solidFill>
                <a:latin typeface="微软雅黑"/>
              </a:rP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D8"/>
                </a:solidFill>
                <a:latin typeface="微软雅黑"/>
              </a:rPr>
              <a:t>架构设计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  <a:latin typeface="微软雅黑"/>
              </a:rPr>
              <a:t>LangGraph / smolagents
多 Agent 协作系统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749039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33A"/>
                </a:solidFill>
                <a:latin typeface="微软雅黑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D8"/>
                </a:solidFill>
                <a:latin typeface="微软雅黑"/>
              </a:rPr>
              <a:t>工程落地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983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  <a:latin typeface="微软雅黑"/>
              </a:rPr>
              <a:t>从设计到生产部署
全流程交付能力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749039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33A"/>
                </a:solidFill>
                <a:latin typeface="微软雅黑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D8"/>
                </a:solidFill>
                <a:latin typeface="微软雅黑"/>
              </a:rPr>
              <a:t>开源贡献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83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  <a:latin typeface="微软雅黑"/>
              </a:rPr>
              <a:t>Goose AI Agent
中文本地化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Core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49039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957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🤖 Agent 系统架构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  <a:latin typeface="微软雅黑"/>
              </a:rPr>
              <a:t>LangGraph / smolagents 多 Agent 协作
Supervisor Pattern · ReAct 推理
Human-in-the-Loop · 状态机 · DAG 工作流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749039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17957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🧠 LLM 工程化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554480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  <a:latin typeface="微软雅黑"/>
              </a:rPr>
              <a:t>Prompt Engineering · DSPy 自进化
Few-shot / CoT · 语义缓存
向量检索 · Token 成本优化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3749039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17957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⚙️ 后端开发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554480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  <a:latin typeface="微软雅黑"/>
              </a:rPr>
              <a:t>Python · FastAPI · Node.js
SQLAlchemy · Pydantic V2
WebSocket · Redis · Docker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3749039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6484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🗄️ 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023360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  <a:latin typeface="微软雅黑"/>
              </a:rPr>
              <a:t>MySQL · PostgreSQL · SQLite
Redis · LanceDB / Chroma 向量库
Text2SQL · Schema 自动提取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61188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611880"/>
            <a:ext cx="3749039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36484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🖥️ 前端开发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23360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  <a:latin typeface="微软雅黑"/>
              </a:rPr>
              <a:t>React 18 · TypeScript
Ant Design · React Flow · ECharts
Zustand 状态管理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61188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611880"/>
            <a:ext cx="3749039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6484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🔧 工程实践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023360"/>
            <a:ext cx="35661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33A"/>
                </a:solidFill>
                <a:latin typeface="微软雅黑"/>
              </a:rPr>
              <a:t>Git 工作流 · CI/CD
Docker 容器化 · Gunicorn/Uvicorn
日志监控 · 单元测试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DataPilot — 企业级 Agentic BI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Project Experience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角色：独立设计与开发  |  技术栈：Python · LangGraph 1.x · FastAPI · React 18 · TypeScript · DeepSeek API · Redis · LanceDB ·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🏗️  【系统架构】基于 LangGraph 1.x 设计 Supervisor Pattern 多 Agent 协作架构，实现自然语言→数据洞察端到端自动化，含 6 个专业 Agent 分工协作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🤖  【Agent 矩阵】AmbiResolver(歧义消解) · DataSniper(Schema 侦察) · LogicArchitect(SQL 生成) · Judge(执行校验) · VizExpert(可视化) · CacheCheck(缓存检查)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🔄  【Human-in-the-Loop】基于 LangGraph interrupt() 机制实现人机协作，支持 5 种歧义类型（时间/指标/范围/粒度/实体）的智能识别与主动澄清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🛡️  【容错设计】三级自愈策略：Agent 级重试(3次) → Supervisor ReAct 推理修复 → Human Handoff 断点续执行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⚡  【智能路由】三级复杂度路由引擎：简单查询串行执行 · 中等查询并行处理 · 复杂查询启用 ReAct 多步推理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📈  【自进化系统】集成 DSPy 框架，自动收集成功案例优化 Prompt，支持模块版本管理与性能回滚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💾  【缓存架构】三层语义缓存（内存 L1 → Redis L2 → LanceDB L3），双重匹配策略（精确哈希 + 向量相似度 ≥ 0.85）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🔒  【安全机制】SQLGlot AST 解析防注入 · E2B 沙箱隔离代码执行 · EXPLAIN 成本熔断 · JWT 认证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Multi-Agent System — 基于 smolagents 的多智能体平台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Project Experience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角色：独立设计与开发  |  技术栈：Python 3.12 · smolagents · FastAPI · Uvicorn/Gunicorn · SQLAlchemy · Docker · Pydantic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🏗️  【架构设计】基于 HuggingFace smolagents 框架构建模块化多智能体系统，采用 Manager-Worker 模式实现任务调度与分发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🤖  【Agent 矩阵】Manager Agent(任务调度) · SQL Agent(数据库操作) · Code Agent(代码执行) · Text Agent(文本处理)，职责单一、接口清晰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🔧  【工具系统】search_tool(语义搜索) · webpage_tool(网页抓取转 Markdown) · code_tool(安全沙箱执行) · sql_tool(SQLAlchemy 查询)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🧠  【多步推理】支持 Thought→Code→Observation 迭代机制处理复杂任务，同时支持 single_step 模式优化简单任务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🚀  【生产部署】Docker 容器化部署，Gunicorn + Uvicorn 生产配置，支持 Nginx 反向代理与负载均衡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⚙️  【配置管理】Pydantic V2 类型安全配置，自动创建目录结构，完善的日志系统与错误处理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LLM2Workflow — 自然语言工作流设计平台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Project Experience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角色：独立设计与开发  |  技术栈：React · TypeScript · React Flow · Ant Design · FastAPI · LangChain · PostgreSQL · DeepSeek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💬  【核心功能】通过自然语言描述自动生成可视化工作流，支持流式输出实时展示生成过程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🔲  【节点系统】13 种节点类型：HTTP 请求 · 数据转换 · LLM 调用 · 数据库操作 · 文件处理 · 邮件 · 图像处理 · 调度器 · WebSocket · 消息队列 · 循环 · 并行 · 聚合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🖱️  【可视化编辑】基于 React Flow 实现拖拽式节点编排，智能连线与自动布局，双击节点配置参数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⚙️  【工作流引擎】支持条件分支、循环控制、并行执行、结果聚合等复杂业务逻辑编排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📊  【执行监控】实时执行状态追踪，完善的异常处理与错误提示机制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其他项目经验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Project Experience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Goose AI Agent 中文本地化 · 领域 AI Agent（医疗/心理咨询）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🐦  【Goose AI Agent — 开源贡献】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     Block 公司（Square/CashApp 母公司）开源本地 AI 代理，完成核心文档简体中文翻译与本地化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     深入理解 MCP(Model Context Protocol) 服务器集成、多 LLM Provider 支持、Extension 扩展机制等架构设计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     推动 AI Agent 工具在中文开发者社区的普及与应用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/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🏥  【领域 AI Agent — 医疗/心理咨询】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     中医问诊 Agent：完整问诊→辨证→治疗方案流程，7 种辨证维度综合分析，结构化诊疗报告生成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     心理咨询 Agent：五阶段状态机管理会话流程，实时情绪识别与响应策略调整，危机识别安全机制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  <a:latin typeface="微软雅黑"/>
              </a:rPr>
              <a:t>     工程特点：流式响应 · 语音输入 · 响应式多端适配 · 完善数据导出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工程能力亮点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Engineering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457200" cy="23774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965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</a:rPr>
              <a:t>🏗️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D8"/>
                </a:solidFill>
                <a:latin typeface="微软雅黑"/>
              </a:rPr>
              <a:t>架构设计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微软雅黑"/>
              </a:rPr>
              <a:t>熟练运用 LangGraph、smolagents 等框架
掌握 Supervisor、ReAct、Human-in-the-Loop 等 Agent 设计模式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457200" cy="23774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965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D8"/>
                </a:solidFill>
                <a:latin typeface="微软雅黑"/>
              </a:rPr>
              <a:t>系统可靠性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微软雅黑"/>
              </a:rPr>
              <a:t>注重容错机制设计
多级重试、自愈修复、断点续执行、优雅降级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457200" cy="23774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65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D8"/>
                </a:solidFill>
                <a:latin typeface="微软雅黑"/>
              </a:rPr>
              <a:t>性能优化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微软雅黑"/>
              </a:rPr>
              <a:t>多层缓存架构、智能路由、并行执行
Token 成本控制等性能优化实践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56235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457200" cy="23774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4572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D8"/>
                </a:solidFill>
                <a:latin typeface="微软雅黑"/>
              </a:rPr>
              <a:t>生产部署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微软雅黑"/>
              </a:rPr>
              <a:t>Docker 容器化、Gunicorn 生产配置
日志监控、安全防护等 DevOps 实践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56235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794760"/>
            <a:ext cx="457200" cy="23774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572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9319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D8"/>
                </a:solidFill>
                <a:latin typeface="微软雅黑"/>
              </a:rPr>
              <a:t>开源贡献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8912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微软雅黑"/>
              </a:rPr>
              <a:t>积极参与 AI Agent 开源社区
具备良好的技术文档能力和协作意识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自我评价 &amp; 求职意向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E8"/>
                </a:solidFill>
                <a:latin typeface="微软雅黑"/>
              </a:rPr>
              <a:t>Self-Assessment &amp; Career 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DDEEFF"/>
                </a:solidFill>
                <a:latin typeface="微软雅黑"/>
              </a:rPr>
              <a:t>🔬  对 AI Agent 技术有深入理解，持续跟进 LangGraph、AutoGPT、CrewAI 等前沿框架发展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DEEFF"/>
                </a:solidFill>
                <a:latin typeface="微软雅黑"/>
              </a:rPr>
              <a:t>🏆  注重工程质量，强调系统可靠性、可维护性、可扩展性，具备生产级系统设计能力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DEEFF"/>
                </a:solidFill>
                <a:latin typeface="微软雅黑"/>
              </a:rPr>
              <a:t>🚀  具备优秀的自驱力，能够独立完成从架构设计到部署上线的全流程交付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DEEFF"/>
                </a:solidFill>
                <a:latin typeface="微软雅黑"/>
              </a:rPr>
              <a:t>💡  善于将复杂 AI 能力工程化为稳定可靠的产品功能，兼具技术深度与产品思维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0972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D8"/>
                </a:solidFill>
                <a:latin typeface="微软雅黑"/>
              </a:rPr>
              <a:t>求职意向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49240"/>
            <a:ext cx="3474720" cy="640080"/>
          </a:xfrm>
          <a:prstGeom prst="rect">
            <a:avLst/>
          </a:prstGeom>
          <a:solidFill>
            <a:srgbClr val="005A8E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AI Agent 开发工程师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5349240"/>
            <a:ext cx="3474720" cy="640080"/>
          </a:xfrm>
          <a:prstGeom prst="rect">
            <a:avLst/>
          </a:prstGeom>
          <a:solidFill>
            <a:srgbClr val="005A8E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5394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LLM 应用架构师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5349240"/>
            <a:ext cx="3474720" cy="640080"/>
          </a:xfrm>
          <a:prstGeom prst="rect">
            <a:avLst/>
          </a:prstGeom>
          <a:solidFill>
            <a:srgbClr val="005A8E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5394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AI 平台研发工程师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